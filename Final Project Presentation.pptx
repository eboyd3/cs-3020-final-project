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7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7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4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3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7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5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1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72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2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8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4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7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58" r:id="rId6"/>
    <p:sldLayoutId id="2147483754" r:id="rId7"/>
    <p:sldLayoutId id="2147483755" r:id="rId8"/>
    <p:sldLayoutId id="2147483756" r:id="rId9"/>
    <p:sldLayoutId id="2147483757" r:id="rId10"/>
    <p:sldLayoutId id="21474837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AA549-1F0C-46E0-AAD8-DC3DC6CA6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fferent colored dices">
            <a:extLst>
              <a:ext uri="{FF2B5EF4-FFF2-40B4-BE49-F238E27FC236}">
                <a16:creationId xmlns:a16="http://schemas.microsoft.com/office/drawing/2014/main" id="{EAEB42EC-60D8-B9E1-620B-CD68219BBD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6185" r="-1" b="9540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22" name="Bottom Right">
            <a:extLst>
              <a:ext uri="{FF2B5EF4-FFF2-40B4-BE49-F238E27FC236}">
                <a16:creationId xmlns:a16="http://schemas.microsoft.com/office/drawing/2014/main" id="{7B2F7E43-35EC-4103-9D95-2ACDB003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3" name="Graphic 157">
              <a:extLst>
                <a:ext uri="{FF2B5EF4-FFF2-40B4-BE49-F238E27FC236}">
                  <a16:creationId xmlns:a16="http://schemas.microsoft.com/office/drawing/2014/main" id="{4CBE545A-C704-48FA-8193-05D4FDAA2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FC12F8B-A54C-43DD-B393-14555547B6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3B33274-B053-4224-A5A0-B90126BFF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C7170C7-58C1-4C2A-BCB1-A35DA8E12D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931EDD4-C978-4F30-9A9D-2C5D3B3E4B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E984CF3-8D55-4CD4-8256-69FDFE61C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9CC4F5D-4692-4689-807E-46C4886AD3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872E016-A490-4CAF-AAC9-3EE29CBD4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94A6B7E-847F-437A-BC2F-A78EE3F87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3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35" name="Top Left">
            <a:extLst>
              <a:ext uri="{FF2B5EF4-FFF2-40B4-BE49-F238E27FC236}">
                <a16:creationId xmlns:a16="http://schemas.microsoft.com/office/drawing/2014/main" id="{96F2112D-BBBE-46A6-B66D-A3F02ED32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8" name="Graphic 3">
              <a:extLst>
                <a:ext uri="{FF2B5EF4-FFF2-40B4-BE49-F238E27FC236}">
                  <a16:creationId xmlns:a16="http://schemas.microsoft.com/office/drawing/2014/main" id="{96F2112D-BBBE-46A6-B66D-A3F02ED32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CCB55F8-F950-431F-9B90-688950D9F3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7D0AA11-2E4E-479C-B953-547285E724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0D86C66-EDF0-4ABB-87F4-A2882A2E0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026082B-E695-4987-8C03-332366C6C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61A8835-D9FC-4CAB-AF19-A5513B17B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C1ED19-7B74-E07F-0D12-E18C14FA0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  <a:highlight>
                  <a:srgbClr val="000000"/>
                </a:highlight>
              </a:rPr>
              <a:t>CS 3020 Final Project Dice Roller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455D6-72AD-A0D0-3D5B-1F190566A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9354"/>
            <a:ext cx="9144000" cy="126528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highlight>
                  <a:srgbClr val="000000"/>
                </a:highlight>
              </a:rPr>
              <a:t>Elijah Boyd</a:t>
            </a:r>
          </a:p>
        </p:txBody>
      </p:sp>
      <p:grpSp>
        <p:nvGrpSpPr>
          <p:cNvPr id="55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878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D516-A06D-287D-7B9B-A845B6D92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C49D6-98FE-F730-70EC-4905674C1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user to select type of Dice (6-sided, 20-sided, custom)</a:t>
            </a:r>
          </a:p>
          <a:p>
            <a:r>
              <a:rPr lang="en-US" dirty="0"/>
              <a:t>User can then roll the selected Dice</a:t>
            </a:r>
          </a:p>
          <a:p>
            <a:r>
              <a:rPr lang="en-US" dirty="0"/>
              <a:t>Results are shown in a table on the right</a:t>
            </a:r>
          </a:p>
          <a:p>
            <a:r>
              <a:rPr lang="en-US" dirty="0"/>
              <a:t>Statistics are shown below the results</a:t>
            </a:r>
          </a:p>
          <a:p>
            <a:r>
              <a:rPr lang="en-US" dirty="0"/>
              <a:t>Results and statistics can be saved to a text file</a:t>
            </a:r>
          </a:p>
        </p:txBody>
      </p:sp>
    </p:spTree>
    <p:extLst>
      <p:ext uri="{BB962C8B-B14F-4D97-AF65-F5344CB8AC3E}">
        <p14:creationId xmlns:p14="http://schemas.microsoft.com/office/powerpoint/2010/main" val="402601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DBDB-181F-5D0E-078F-5E00E109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43632" cy="1325563"/>
          </a:xfrm>
        </p:spPr>
        <p:txBody>
          <a:bodyPr/>
          <a:lstStyle/>
          <a:p>
            <a:r>
              <a:rPr lang="en-US" dirty="0"/>
              <a:t>UML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D73934-9F0F-F2EF-E120-83F06B815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064" y="50475"/>
            <a:ext cx="6950109" cy="675705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51BBD3-E746-91C0-6667-EC5A79FA6B70}"/>
              </a:ext>
            </a:extLst>
          </p:cNvPr>
          <p:cNvSpPr txBox="1"/>
          <p:nvPr/>
        </p:nvSpPr>
        <p:spPr>
          <a:xfrm>
            <a:off x="1161435" y="2094271"/>
            <a:ext cx="30971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Utilizes Inheritance, Polymorphism and Encapsulation</a:t>
            </a:r>
          </a:p>
        </p:txBody>
      </p:sp>
    </p:spTree>
    <p:extLst>
      <p:ext uri="{BB962C8B-B14F-4D97-AF65-F5344CB8AC3E}">
        <p14:creationId xmlns:p14="http://schemas.microsoft.com/office/powerpoint/2010/main" val="1495620302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Avenir Next LT Pro</vt:lpstr>
      <vt:lpstr>AvenirNext LT Pro Medium</vt:lpstr>
      <vt:lpstr>Rockwell</vt:lpstr>
      <vt:lpstr>Segoe UI</vt:lpstr>
      <vt:lpstr>Segoe UI Semilight</vt:lpstr>
      <vt:lpstr>ExploreVTI</vt:lpstr>
      <vt:lpstr>CS 3020 Final Project Dice Roller</vt:lpstr>
      <vt:lpstr>Overview</vt:lpstr>
      <vt:lpstr>UML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Elijah Boyd</dc:creator>
  <cp:lastModifiedBy>Elijah Boyd</cp:lastModifiedBy>
  <cp:revision>1</cp:revision>
  <dcterms:created xsi:type="dcterms:W3CDTF">2026-05-02T00:17:51Z</dcterms:created>
  <dcterms:modified xsi:type="dcterms:W3CDTF">2026-05-02T00:30:10Z</dcterms:modified>
</cp:coreProperties>
</file>